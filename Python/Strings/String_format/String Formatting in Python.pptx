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57" r:id="rId5"/>
    <p:sldId id="273" r:id="rId6"/>
    <p:sldId id="275" r:id="rId7"/>
    <p:sldId id="276" r:id="rId8"/>
    <p:sldId id="277" r:id="rId9"/>
    <p:sldId id="274" r:id="rId10"/>
    <p:sldId id="278" r:id="rId11"/>
    <p:sldId id="279" r:id="rId12"/>
    <p:sldId id="280" r:id="rId13"/>
    <p:sldId id="281" r:id="rId14"/>
    <p:sldId id="282" r:id="rId15"/>
    <p:sldId id="283" r:id="rId16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720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8/27/2024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8/27/2024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8/27/2024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8/27/2024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8/27/2024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8/27/2024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8/27/2024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8/27/2024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8/27/2024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8/27/2024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8/27/2024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8/27/2024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8/27/2024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8/27/2024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Python String Formatting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Understanding String Manipulation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940F1-D88C-0522-ED84-C8A6F9504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String Formatting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29B01-A611-CD29-EACC-D6EC05A8B0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What is String Formatting?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77ECD-ED9F-FBA2-D3E4-E15B5DFDCBD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String formatting in Python allows you to insert variables and expressions into strings.</a:t>
            </a:r>
          </a:p>
          <a:p>
            <a:r>
              <a:rPr lang="en-US" dirty="0"/>
              <a:t>Useful for generating dynamic text.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6D8675-8CAB-905D-E3AC-544B29C1CC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Why is it Important?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32AA38-2366-B7E9-E054-92A0E6B7F87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IN" dirty="0"/>
              <a:t>Improves code readability.</a:t>
            </a:r>
          </a:p>
          <a:p>
            <a:r>
              <a:rPr lang="en-US" dirty="0"/>
              <a:t>Simplifies the process of constructing complex strings.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0922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9D6E1-468A-FA85-460E-70EB863F9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String Concatenation (Review)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F4F02-95DC-D9E1-E285-B945982DA0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Concatenation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D10ABE-D6E1-7C19-1A58-93D07D971D3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 name = "Alice“</a:t>
            </a:r>
          </a:p>
          <a:p>
            <a:pPr marL="0" indent="0">
              <a:buNone/>
            </a:pPr>
            <a:r>
              <a:rPr lang="en-IN" dirty="0"/>
              <a:t>  greeting = "Hello, " + name + "!“</a:t>
            </a:r>
          </a:p>
          <a:p>
            <a:pPr marL="0" indent="0">
              <a:buNone/>
            </a:pPr>
            <a:r>
              <a:rPr lang="en-US" altLang="en-US" dirty="0"/>
              <a:t>  Output: Hello, Alice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!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CEC2A9-0AC9-4D5D-02EA-BC4098DBD7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Limitations of  Concatenation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DBA8CA-117E-7EC6-F5C1-EAAB4CED885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Can become messy with multiple variables.</a:t>
            </a:r>
          </a:p>
          <a:p>
            <a:r>
              <a:rPr lang="en-US" dirty="0"/>
              <a:t>Harder to read and maintain.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3479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1C6D4-AB23-EEE1-3078-9585D296B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String Formatting Methods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5EB7B-B3C1-9F92-51CC-5A64A3170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Three Common Methods:</a:t>
            </a:r>
          </a:p>
          <a:p>
            <a:pPr marL="0" indent="0">
              <a:buNone/>
            </a:pPr>
            <a:r>
              <a:rPr lang="en-IN" altLang="en-US" dirty="0"/>
              <a:t>                                         1) </a:t>
            </a:r>
            <a:r>
              <a:rPr lang="en-US" altLang="en-US" dirty="0"/>
              <a:t>% Operator (Old style) </a:t>
            </a:r>
          </a:p>
          <a:p>
            <a:pPr marL="0" indent="0">
              <a:buNone/>
            </a:pPr>
            <a:r>
              <a:rPr lang="en-US" altLang="en-US" dirty="0"/>
              <a:t>                                         2) str.format() Method (Newer style) </a:t>
            </a:r>
          </a:p>
          <a:p>
            <a:pPr marL="0" indent="0">
              <a:buNone/>
            </a:pPr>
            <a:r>
              <a:rPr lang="en-US" altLang="en-US" dirty="0"/>
              <a:t>                                         3)</a:t>
            </a:r>
            <a:r>
              <a:rPr lang="en-US" dirty="0"/>
              <a:t> f-Strings (Newest and most efficient)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            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3259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6FD36-F2FD-299C-EB39-FE270E4651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Basic Syntax:</a:t>
            </a:r>
          </a:p>
          <a:p>
            <a:pPr marL="0" indent="0">
              <a:buNone/>
            </a:pPr>
            <a:r>
              <a:rPr lang="en-IN" dirty="0"/>
              <a:t>              "Hello, %s!" % name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Example with Multiple Variables:</a:t>
            </a:r>
          </a:p>
          <a:p>
            <a:pPr marL="0" indent="0">
              <a:buNone/>
            </a:pPr>
            <a:r>
              <a:rPr lang="en-IN" sz="1400" dirty="0"/>
              <a:t>               age = 21</a:t>
            </a:r>
          </a:p>
          <a:p>
            <a:pPr marL="0" indent="0">
              <a:buNone/>
            </a:pPr>
            <a:r>
              <a:rPr lang="en-IN" sz="1400" dirty="0"/>
              <a:t>             </a:t>
            </a:r>
            <a:r>
              <a:rPr lang="en-IN" dirty="0"/>
              <a:t> </a:t>
            </a:r>
            <a:r>
              <a:rPr lang="en-US" sz="1400" dirty="0"/>
              <a:t>print(“My name is %s and I am %d years old." % (name, age))</a:t>
            </a:r>
          </a:p>
          <a:p>
            <a:pPr marL="0" indent="0">
              <a:buNone/>
            </a:pPr>
            <a:r>
              <a:rPr lang="en-US" sz="1400" dirty="0"/>
              <a:t>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My name is Alice and I am 21 years old.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            </a:t>
            </a:r>
            <a:endParaRPr lang="en-IN" sz="1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DE216-A485-52B1-C1C6-A474E0F4D6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endParaRPr lang="en-IN" dirty="0"/>
          </a:p>
          <a:p>
            <a:r>
              <a:rPr lang="en-IN" dirty="0"/>
              <a:t>%s : string, %d : int, %f : float</a:t>
            </a:r>
          </a:p>
          <a:p>
            <a:r>
              <a:rPr lang="en-IN" dirty="0"/>
              <a:t>Pros and Cons:</a:t>
            </a:r>
          </a:p>
          <a:p>
            <a:pPr marL="0" indent="0">
              <a:buNone/>
            </a:pPr>
            <a:endParaRPr lang="en-I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/>
              <a:t>Pros: Simple for basic tasks.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/>
              <a:t>Cons: Less readable with many variables; not as flexible. 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297E12C-0328-584D-E51A-A0845CBA5A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18883" y="563453"/>
            <a:ext cx="65035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%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Operator for String Formatting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037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94881-ADBB-BB0D-7F59-D8B9572AE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str.format()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Method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30312-B135-4E9C-F30D-A2E386C4D6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Syntax: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"Hello, {}!".format(name)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Positional and Keyword Arguments: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latin typeface="Arial Unicode MS"/>
              </a:rPr>
              <a:t>Positional: "{}, you have {} new </a:t>
            </a:r>
            <a:r>
              <a:rPr lang="en-US" altLang="en-US" sz="2400" dirty="0" err="1">
                <a:latin typeface="Arial Unicode MS"/>
              </a:rPr>
              <a:t>messages.".format</a:t>
            </a:r>
            <a:r>
              <a:rPr lang="en-US" altLang="en-US" sz="2400" dirty="0">
                <a:latin typeface="Arial Unicode MS"/>
              </a:rPr>
              <a:t>(name, count)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latin typeface="Arial Unicode MS"/>
              </a:rPr>
              <a:t>Keyword: "{name}, you have {count} new </a:t>
            </a:r>
            <a:r>
              <a:rPr lang="en-US" altLang="en-US" sz="2400" dirty="0" err="1">
                <a:latin typeface="Arial Unicode MS"/>
              </a:rPr>
              <a:t>messages.".format</a:t>
            </a:r>
            <a:r>
              <a:rPr lang="en-US" altLang="en-US" sz="2400" dirty="0">
                <a:latin typeface="Arial Unicode MS"/>
              </a:rPr>
              <a:t>(name="Alice", count=5)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en-IN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A455E19-C452-6C1F-4DB3-68050360FC91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054555" y="1755274"/>
            <a:ext cx="6408712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Example: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"</a:t>
            </a:r>
            <a:r>
              <a:rPr lang="en-US" altLang="en-US" sz="2400" dirty="0">
                <a:latin typeface="Arial Unicode MS"/>
              </a:rPr>
              <a:t>My name is {} and I am {} years </a:t>
            </a:r>
            <a:r>
              <a:rPr lang="en-US" altLang="en-US" sz="2400" dirty="0" err="1">
                <a:latin typeface="Arial Unicode MS"/>
              </a:rPr>
              <a:t>old.".format</a:t>
            </a:r>
            <a:r>
              <a:rPr lang="en-US" altLang="en-US" sz="2400" dirty="0">
                <a:latin typeface="Arial Unicode MS"/>
              </a:rPr>
              <a:t>(name, age)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400" dirty="0">
              <a:latin typeface="Arial Unicode MS"/>
            </a:endParaRP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latin typeface="Arial Unicode MS"/>
              </a:rPr>
              <a:t>Output: My name is Alice and I am 21 years old.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Advantages: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flexible than the </a:t>
            </a:r>
            <a:r>
              <a:rPr lang="en-US" altLang="en-US" sz="2400" dirty="0">
                <a:latin typeface="Arial" panose="020B0604020202020204" pitchFamily="34" charset="0"/>
              </a:rPr>
              <a:t>% operator.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Easier to read and maintain.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4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520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703F8-8DE2-952D-CB31-71B5E1BE3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f-Strings (Formatted String Literals)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D0A37-E06C-9FBA-FC04-B017C241CD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Syntax :</a:t>
            </a:r>
            <a:r>
              <a:rPr lang="en-US" altLang="en-US" sz="2400" dirty="0">
                <a:latin typeface="Arial" panose="020B0604020202020204" pitchFamily="34" charset="0"/>
              </a:rPr>
              <a:t>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f"Hello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{name}!“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R="0"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dirty="0">
                <a:latin typeface="Arial" panose="020B0604020202020204" pitchFamily="34" charset="0"/>
              </a:rPr>
              <a:t>Example with Expressions:</a:t>
            </a:r>
          </a:p>
          <a:p>
            <a:pPr marL="0" marR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R="0"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b="1" dirty="0" err="1">
                <a:latin typeface="Arial" panose="020B0604020202020204" pitchFamily="34" charset="0"/>
              </a:rPr>
              <a:t>f</a:t>
            </a:r>
            <a:r>
              <a:rPr lang="en-US" altLang="en-US" sz="2400" dirty="0" err="1">
                <a:latin typeface="Arial Unicode MS"/>
              </a:rPr>
              <a:t>"My</a:t>
            </a:r>
            <a:r>
              <a:rPr lang="en-US" altLang="en-US" sz="2400" dirty="0">
                <a:latin typeface="Arial Unicode MS"/>
              </a:rPr>
              <a:t> name is {name} and I am {age} years old."</a:t>
            </a:r>
          </a:p>
          <a:p>
            <a:pPr marR="0"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>
                <a:latin typeface="Arial Unicode MS"/>
              </a:rPr>
              <a:t>Output: My name is Alice and I am 21 years old.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3CC64E-8F8C-B5B5-F049-3F486E65725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R="0"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dirty="0">
                <a:latin typeface="Arial" panose="020B0604020202020204" pitchFamily="34" charset="0"/>
              </a:rPr>
              <a:t>Advanced Example:</a:t>
            </a:r>
          </a:p>
          <a:p>
            <a:pPr marR="0"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R="0"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 err="1">
                <a:latin typeface="Arial" panose="020B0604020202020204" pitchFamily="34" charset="0"/>
              </a:rPr>
              <a:t>f"In</a:t>
            </a:r>
            <a:r>
              <a:rPr lang="en-US" altLang="en-US" sz="2400" dirty="0">
                <a:latin typeface="Arial" panose="020B0604020202020204" pitchFamily="34" charset="0"/>
              </a:rPr>
              <a:t> 10 years, I will be {age + 10} years old."</a:t>
            </a:r>
          </a:p>
          <a:p>
            <a:pPr marR="0"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Output: In 10 years, I will be 31 years old.</a:t>
            </a:r>
          </a:p>
          <a:p>
            <a:pPr marL="0" marR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b="1" dirty="0">
                <a:latin typeface="Arial" panose="020B0604020202020204" pitchFamily="34" charset="0"/>
              </a:rPr>
              <a:t>Benefits of f-Strings: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2400" b="1" dirty="0"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</a:rPr>
              <a:t>Most concise and readable.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</a:rPr>
              <a:t>Supports expressions directly inside the curly braces.</a:t>
            </a:r>
          </a:p>
          <a:p>
            <a:pPr marL="0" marR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6136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A04F-36FE-231C-365E-E0B385D70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Formatting Numbers and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7D2A9-DC8C-784A-7475-252AFA1232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Controlling Decimal Places: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f"Pi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is approximately {3.14159:.2f}"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Pi is approximately 3.14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6C0181-74EE-B29B-51A4-F8D60A679D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600" b="1" dirty="0">
                <a:latin typeface="Arial" panose="020B0604020202020204" pitchFamily="34" charset="0"/>
              </a:rPr>
              <a:t>Padding and Alignment: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600" b="1" dirty="0"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600" dirty="0">
                <a:latin typeface="Arial Unicode MS"/>
              </a:rPr>
              <a:t>Left-align: f"{name:&lt;10}"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600" dirty="0">
                <a:latin typeface="Arial Unicode MS"/>
              </a:rPr>
              <a:t>Right-align: f"{name:&gt;10}"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600" dirty="0">
                <a:latin typeface="Arial Unicode MS"/>
              </a:rPr>
              <a:t>Center-align: f"{name:^10}"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8417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DFCBD-E839-1352-5E14-131089518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 of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AF429-396D-C5AA-FEC9-EAA59C426D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Side-by-Side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896C7A-CBF9-2E9B-943F-CEB750BB001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%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Operator: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"My name is %s and I am %d." % (name, age)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str.format()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</a:t>
            </a:r>
            <a:r>
              <a:rPr lang="en-US" altLang="en-US" sz="1800" dirty="0">
                <a:latin typeface="Arial Unicode MS"/>
              </a:rPr>
              <a:t>My name is {} and I am {}.".format(name, age)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latin typeface="Arial Unicode MS"/>
            </a:endParaRPr>
          </a:p>
          <a:p>
            <a:pPr marL="0" marR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f-Strings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</a:p>
          <a:p>
            <a:pPr marL="0" marR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 err="1">
                <a:latin typeface="Arial Unicode MS"/>
              </a:rPr>
              <a:t>f"My</a:t>
            </a:r>
            <a:r>
              <a:rPr lang="en-US" altLang="en-US" sz="1800" dirty="0">
                <a:latin typeface="Arial Unicode MS"/>
              </a:rPr>
              <a:t> name is {name} and I am {age}." 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631F18-02A3-3AE6-C078-7ABD244C01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Which One to Use?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B9A4AB-FF05-B837-4EAA-1872169235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800100" lvl="1" indent="-3429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 Unicode MS"/>
              </a:rPr>
              <a:t>% Operator: Legacy code.</a:t>
            </a:r>
          </a:p>
          <a:p>
            <a:pPr marL="457200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latin typeface="Arial Unicode MS"/>
            </a:endParaRPr>
          </a:p>
          <a:p>
            <a:pPr marL="800100" marR="0" lvl="1" indent="-3429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 Unicode MS"/>
              </a:rPr>
              <a:t>str.format(): Versatile for Python 3.5 and earlier.</a:t>
            </a:r>
          </a:p>
          <a:p>
            <a:pPr marL="800100" marR="0" lvl="1" indent="-3429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 Unicode MS"/>
            </a:endParaRPr>
          </a:p>
          <a:p>
            <a:pPr marL="800100" marR="0" lvl="1" indent="-3429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 Unicode MS"/>
              </a:rPr>
              <a:t>f-Strings: Recommended for Python 3.6 and later.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9023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0A943-2CA4-B72C-DF78-272D844DD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Mistakes and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3402-1CF2-4BAE-0A16-69757E39F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Errors: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Mismatched placeholders and variables.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Incorrectly formatted f-Strings.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Tips: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Always double-check placeholder types.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f-Strings for clarity and conciseness.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398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CAF1D-B622-C839-413E-3E146F461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Practice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9866-1800-9D46-0AD2-7AB9B5205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Task1:</a:t>
            </a:r>
          </a:p>
          <a:p>
            <a:pPr marL="0" indent="0">
              <a:buNone/>
            </a:pPr>
            <a:r>
              <a:rPr lang="en-US" b="1" dirty="0"/>
              <a:t>  </a:t>
            </a:r>
            <a:r>
              <a:rPr lang="en-US" dirty="0"/>
              <a:t>Create a string that says, "John has 3 apples and 2 oranges.“</a:t>
            </a:r>
          </a:p>
          <a:p>
            <a:r>
              <a:rPr lang="en-US" b="1" dirty="0"/>
              <a:t>Task2:</a:t>
            </a:r>
          </a:p>
          <a:p>
            <a:pPr marL="0" indent="0">
              <a:buNone/>
            </a:pPr>
            <a:r>
              <a:rPr lang="en-US" dirty="0"/>
              <a:t>Use an f-string to create a sentence that says: "The result of 8          multiplied by 7 is 56.“</a:t>
            </a:r>
          </a:p>
          <a:p>
            <a:r>
              <a:rPr lang="en-US" dirty="0"/>
              <a:t>Task3:</a:t>
            </a:r>
          </a:p>
          <a:p>
            <a:pPr marL="0" indent="0">
              <a:buNone/>
            </a:pPr>
            <a:r>
              <a:rPr lang="en-US" altLang="en-US" dirty="0"/>
              <a:t>Given a = 5 and b = 3, use an f-string to create a sentence that says: "The sum of 5 and 3 is 8, and their product is 15."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5571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2FE60-C04C-53AA-8348-5A2A31E2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8F822-2886-57B3-7B18-3A129B1DC2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HAPPY LEARNING!</a:t>
            </a:r>
          </a:p>
        </p:txBody>
      </p:sp>
    </p:spTree>
    <p:extLst>
      <p:ext uri="{BB962C8B-B14F-4D97-AF65-F5344CB8AC3E}">
        <p14:creationId xmlns:p14="http://schemas.microsoft.com/office/powerpoint/2010/main" val="510074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245</TotalTime>
  <Words>713</Words>
  <Application>Microsoft Office PowerPoint</Application>
  <PresentationFormat>Custom</PresentationFormat>
  <Paragraphs>128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Unicode MS</vt:lpstr>
      <vt:lpstr>Calibri</vt:lpstr>
      <vt:lpstr>Wingdings</vt:lpstr>
      <vt:lpstr>Tech 16x9</vt:lpstr>
      <vt:lpstr>Python String Formatting</vt:lpstr>
      <vt:lpstr>Introduction to String Formatting</vt:lpstr>
      <vt:lpstr>Basic String Concatenation (Review)</vt:lpstr>
      <vt:lpstr>Introduction to String Formatting Methods</vt:lpstr>
      <vt:lpstr>% Operator for String Formatting </vt:lpstr>
      <vt:lpstr>str.format() Method </vt:lpstr>
      <vt:lpstr>f-Strings (Formatted String Literals)</vt:lpstr>
      <vt:lpstr>Formatting Numbers and Strings</vt:lpstr>
      <vt:lpstr>Comparison of Methods</vt:lpstr>
      <vt:lpstr>Common Mistakes and Tips</vt:lpstr>
      <vt:lpstr>Practice Exercise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Prachi Kabra</dc:creator>
  <cp:lastModifiedBy>Prachi Kabra</cp:lastModifiedBy>
  <cp:revision>4</cp:revision>
  <dcterms:created xsi:type="dcterms:W3CDTF">2024-08-26T14:28:47Z</dcterms:created>
  <dcterms:modified xsi:type="dcterms:W3CDTF">2024-08-27T15:38:10Z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