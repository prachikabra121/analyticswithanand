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72" r:id="rId6"/>
    <p:sldId id="273" r:id="rId7"/>
    <p:sldId id="274" r:id="rId8"/>
    <p:sldId id="275" r:id="rId9"/>
    <p:sldId id="276" r:id="rId10"/>
    <p:sldId id="277" r:id="rId11"/>
    <p:sldId id="279" r:id="rId12"/>
    <p:sldId id="280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8/27/2024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8/27/2024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8/27/2024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Mastering String Slicing in Python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Comprehensive Guide to String Slicing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801B-1958-B2A1-B111-670D4F05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String Slicing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CCBE4-2F59-561A-9325-CA6AF92DF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is String Slicing?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7A242-BA11-F470-1173-6A59D736CE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slicing is a way to extract a part of a string using index positions.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you to create substrings by specifying a start, stop, and step.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EBC6B-CCAF-C852-9400-B33953CC8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Why is it Useful?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A12C7-5403-A17B-D7B4-C53FF03BF5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 access and manipulate parts of strings.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for data extraction and string manipulation tasks.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76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0986-8880-DA9D-7E89-02C7B34F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Syntax of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0832-0C03-5FAB-5815-7934ED6DC9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start:stop:step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starting index (inclusive).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stopping index (exclusive).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interval between characters.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1BF89-C6E8-39F4-16F9-40A86861CE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Example :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8C6FD-BC7E-01CE-F1EA-BC42E706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00" y="2564904"/>
            <a:ext cx="3337849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3143-D2A0-A51D-CEE9-09464544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Slicing with Default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AB45-3509-59CD-0417-575774DC5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Omitting Start, Stop, or Step: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omitted, slicing starts from the beginning.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omitted, slicing goes to the end of the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omitted, the default step is 1.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0864B-B7E2-15A7-91EE-32721DD153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4E8DE-4E29-F637-2ACA-3514453A4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140" y="2518286"/>
            <a:ext cx="4503810" cy="33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0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7C98-A3F6-73BC-B812-2BC152B3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Negative Indexing in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944A-3E8E-5A53-FECE-41CB086755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Negative Indices: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indices allow you to slice from the end of the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the last character,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second last, and so 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67D1D-6FAB-069C-4C3A-8E24A92F78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/>
              <a:t>Example</a:t>
            </a:r>
            <a:r>
              <a:rPr lang="en-IN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80CF00-2667-2D26-4CB2-0DAF1F26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492" y="2541148"/>
            <a:ext cx="4248472" cy="312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3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2A4F-5557-B614-7BFE-F3D8D19A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Parameter in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A441-34BF-19BF-A1F9-3829E71E4A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parameter defines how many characters to skip.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positive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moves forward, and a negative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moves backward.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833113-1D1C-CC37-0BDA-2233DAA48B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6460" y="2564904"/>
            <a:ext cx="4159621" cy="2410887"/>
          </a:xfrm>
        </p:spPr>
      </p:pic>
    </p:spTree>
    <p:extLst>
      <p:ext uri="{BB962C8B-B14F-4D97-AF65-F5344CB8AC3E}">
        <p14:creationId xmlns:p14="http://schemas.microsoft.com/office/powerpoint/2010/main" val="344240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61D0-8F7B-407C-7C43-FB79C590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Applications of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5956D-9C9E-E388-B698-41CA833572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Extracting Substrings: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Extracting a domain from an email.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62EDE-CF24-CC60-FE45-3A1A00BB97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Reversing Strings:</a:t>
            </a:r>
          </a:p>
          <a:p>
            <a:r>
              <a:rPr lang="en-IN" dirty="0"/>
              <a:t>Example: Reversing a string.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95D6D-BB2F-AA91-7033-25703561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54" y="3645024"/>
            <a:ext cx="4549534" cy="1728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BE1D37-B813-7BD7-685F-425E1DCE7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548" y="3645024"/>
            <a:ext cx="3744416" cy="14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8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CD70-4366-AA7E-E5B4-E2CF88BD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37E31-CDE4-E2B0-4EEF-1A205D2FF2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the string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sentence = "Python slicing is powerful"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extract: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word "slicing".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word "powerful" in reverse.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sentence without the first and last 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60527-6F01-A9C0-0E1B-159AE69B9E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Task:</a:t>
            </a:r>
          </a:p>
          <a:p>
            <a:r>
              <a:rPr lang="en-US" dirty="0"/>
              <a:t>Check if a string is a palindrome.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9097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602E-399D-EB05-A10C-CE454D1A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C0667-E354-E61F-762F-01EB2EE90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244645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18</TotalTime>
  <Words>310</Words>
  <Application>Microsoft Office PowerPoint</Application>
  <PresentationFormat>Custom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Wingdings</vt:lpstr>
      <vt:lpstr>Tech 16x9</vt:lpstr>
      <vt:lpstr>Mastering String Slicing in Python</vt:lpstr>
      <vt:lpstr>Introduction to String Slicing</vt:lpstr>
      <vt:lpstr>Basic Syntax of Slicing</vt:lpstr>
      <vt:lpstr>Slicing with Default Parameters</vt:lpstr>
      <vt:lpstr>Negative Indexing in Slicing</vt:lpstr>
      <vt:lpstr>Step Parameter in Slicing</vt:lpstr>
      <vt:lpstr>Practical Applications of Slicing</vt:lpstr>
      <vt:lpstr>Practice 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1</cp:revision>
  <dcterms:created xsi:type="dcterms:W3CDTF">2024-08-27T15:44:18Z</dcterms:created>
  <dcterms:modified xsi:type="dcterms:W3CDTF">2024-08-27T16:02:31Z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