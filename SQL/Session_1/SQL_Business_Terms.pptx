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7" r:id="rId12"/>
    <p:sldId id="278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33509-1E07-2226-7C49-B712F7784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09BC1-46FD-D956-5901-9D0203ED2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ADB88-3217-FC3F-FB2D-16E816878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386A-339F-4F62-921D-1993EA54C0D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57EDB-485E-D226-EF98-BE663B499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21679-DED6-BE95-652F-BC4480BE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7087B-25BB-4C6F-A095-B334AF4D9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749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FE83A-DB58-B7F2-4806-963EC696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12AB2-DB88-8AF0-EEBE-23AFC2A7B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DA856-C0F2-7699-2259-F18D85E79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386A-339F-4F62-921D-1993EA54C0D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B0889-185F-E421-7F51-01F0D3C81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0188-AF26-C18E-4C1B-1F03C02C4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7087B-25BB-4C6F-A095-B334AF4D9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708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F59E5-BC86-82F5-E513-6363ED284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45A1D-E32F-E5E5-B1EF-01F4638CF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02319-FD45-B8B2-12A1-3D96C0D18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386A-339F-4F62-921D-1993EA54C0D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8BB18-F6F3-6F12-7986-C0EDFF49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BA02D-45FC-067F-0089-E2D34B6C3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7087B-25BB-4C6F-A095-B334AF4D9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057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DCCB-C535-D53A-C896-0D6EF76B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B956-DD2D-4EC6-9746-90335E5BD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86AEA-1896-3A1B-E9E3-E09207BF7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ACC64-D813-6F8A-835A-EB570A350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386A-339F-4F62-921D-1993EA54C0D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97C78-B566-417A-0ACC-F2EF682C7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1A07D-39FC-1A77-9E76-79FEF9580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7087B-25BB-4C6F-A095-B334AF4D9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899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DA03D-E061-9949-3459-77B27051B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F3BB7-F568-5F45-E10B-7F9D087D7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A5A46-A6C1-37AE-0345-BE99F679C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8078A7-4F05-23D1-411B-0AA967447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D40DAB-7E46-DC0E-EDFA-5C3F0783F6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C115F2-A11C-AA09-85F3-3962DCE2F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386A-339F-4F62-921D-1993EA54C0D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E751ED-7DD3-440B-6EE2-75BB57E64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B5E80F-CB02-D36D-C78F-4B5377E7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7087B-25BB-4C6F-A095-B334AF4D9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964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5A29-1AEF-FD65-C606-DF723514F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1EA65-F1F2-DB4F-276C-5A11873B6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386A-339F-4F62-921D-1993EA54C0D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A79294-E27C-20E0-739C-40BD93CDF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C0E3D-965D-1F5B-590A-170250E7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7087B-25BB-4C6F-A095-B334AF4D9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872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B3A3A2-C065-8466-3A95-DF5E1739D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386A-339F-4F62-921D-1993EA54C0D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6C9CA8-DCDD-CDC7-89F3-465DFC364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339F5-CB56-0BC2-9419-16E709839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7087B-25BB-4C6F-A095-B334AF4D9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871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0AF79-14FE-7DC0-A92E-D82484D87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6DA4F-1580-952A-82B5-B560E49D7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73A02-2FA3-D6BE-41AF-723C1849E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F8F51-F238-45B2-342E-40F7F6FB5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386A-339F-4F62-921D-1993EA54C0D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06B69-5FB4-4D40-6D13-7B16A62F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2A947-9495-A667-FEB5-EC4238469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7087B-25BB-4C6F-A095-B334AF4D9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622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D45FF-5C6B-8FEB-3597-A51526810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830BF8-57EE-75B8-31FD-610A7A5CA5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38828-60EB-30BE-DCE9-69FACBA52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1E942-04FE-E9FD-84C6-8859F9008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386A-339F-4F62-921D-1993EA54C0D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E3819-1A88-B2F5-195C-E9D04C86E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B4514-E712-38F1-EDA5-90C366CF7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7087B-25BB-4C6F-A095-B334AF4D9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969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05DF-70FF-16D5-7456-C0B667C1C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A7F9A-DFFF-F959-497F-9C4C26A77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619E4-07E3-6760-12FA-6500DFC1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386A-339F-4F62-921D-1993EA54C0D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A0078-A93F-907D-6AF9-9535FA2BC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F7640-7AA9-4A9E-16F0-51CAADF9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7087B-25BB-4C6F-A095-B334AF4D9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68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DCF25B-C00F-DCC4-AEB1-B10FF283B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498E7-D666-83F9-D350-E6FCB72F4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D20E-449B-C718-6EFD-61C4FC795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386A-339F-4F62-921D-1993EA54C0D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149C2-C71F-7005-A212-9C74B9D06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2F329-C2FD-1B4D-97DC-096F41649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7087B-25BB-4C6F-A095-B334AF4D9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380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055E6B-16C3-7100-F1C1-5802E96B4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96A21-8A0E-AEE0-0402-D70FAE7AD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B005F-CB8B-CF95-B0AB-9F00352B0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D386A-339F-4F62-921D-1993EA54C0D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570BE-021D-DD4E-A5AF-3071453B5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1FE79-7E69-A422-6D9F-4F32B6E9E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7087B-25BB-4C6F-A095-B334AF4D9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233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22440-A7B7-3671-28E4-7F657AAD14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C7C43-78CE-1E82-A4AA-56BAD25E57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6E0B99-84B7-FBA0-B8E5-0C1A6B0CE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768"/>
            <a:ext cx="12191999" cy="688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04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8DA504-4BE6-3F78-D55B-BAB38A343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443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8C2FD5-0076-2F47-E34C-F9DF9818B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04"/>
            <a:ext cx="12192000" cy="685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97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675ABF-AE9A-DD26-E97C-0E547E3EC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74013" cy="674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979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53BA7-C18E-0B3E-1781-23E3403F3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17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F00C89-9EB9-57C0-9A65-9C8B27A97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76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335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4C035F-5FDF-D87B-E205-9CCCD12D2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95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32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1EC454-5646-B785-5E05-C1E520B12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303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7CCF0A-A306-2DCD-3C1F-3082A83B8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" y="1"/>
            <a:ext cx="120936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113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7F2A98-C930-6813-37C7-8EF5AED3D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035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82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00100-7F83-7A40-F260-66702D8F9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Modern Data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02020-BE70-90B0-B849-FE768E8F8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/>
              <a:t>Data Warehouse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9E15B-7DD2-9870-F903-178896C013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Data Warehouse</a:t>
            </a:r>
            <a:r>
              <a:rPr lang="en-US" dirty="0"/>
              <a:t> is a </a:t>
            </a:r>
            <a:r>
              <a:rPr lang="en-US" dirty="0" err="1"/>
              <a:t>centralised</a:t>
            </a:r>
            <a:r>
              <a:rPr lang="en-US" dirty="0"/>
              <a:t> system used to store </a:t>
            </a:r>
            <a:r>
              <a:rPr lang="en-US" b="1" dirty="0"/>
              <a:t>structured, cleaned, and historical data</a:t>
            </a:r>
            <a:r>
              <a:rPr lang="en-US" dirty="0"/>
              <a:t> for reporting and analytics.</a:t>
            </a:r>
          </a:p>
          <a:p>
            <a:pPr marL="285750" indent="-285750"/>
            <a:r>
              <a:rPr lang="en-IN" dirty="0"/>
              <a:t>Stores </a:t>
            </a:r>
            <a:r>
              <a:rPr lang="en-IN" b="1" dirty="0"/>
              <a:t>processed data</a:t>
            </a:r>
          </a:p>
          <a:p>
            <a:pPr marL="285750" indent="-285750"/>
            <a:r>
              <a:rPr lang="en-IN" dirty="0"/>
              <a:t>Optimized for </a:t>
            </a:r>
            <a:r>
              <a:rPr lang="en-IN" b="1" dirty="0"/>
              <a:t>analytics (OLAP)</a:t>
            </a:r>
          </a:p>
          <a:p>
            <a:pPr marL="285750" indent="-285750"/>
            <a:r>
              <a:rPr lang="en-US" dirty="0"/>
              <a:t>Used by </a:t>
            </a:r>
            <a:r>
              <a:rPr lang="en-US" b="1" dirty="0"/>
              <a:t>BI tools (Power BI, Tableau)</a:t>
            </a:r>
          </a:p>
          <a:p>
            <a:pPr marL="285750" indent="-285750"/>
            <a:r>
              <a:rPr lang="en-US" dirty="0"/>
              <a:t>Ex. A company stores </a:t>
            </a:r>
            <a:r>
              <a:rPr lang="en-US" b="1" dirty="0"/>
              <a:t>5 years of sales data</a:t>
            </a:r>
            <a:r>
              <a:rPr lang="en-US" dirty="0"/>
              <a:t> to analyze revenue trends.</a:t>
            </a:r>
            <a:endParaRPr lang="en-IN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F715B9-8A4C-872A-A894-D133B826D7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/>
              <a:t>Data Mart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DF0A0-54DE-B5CB-2D20-8CEE6802528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Data Mart</a:t>
            </a:r>
            <a:r>
              <a:rPr lang="en-US" dirty="0"/>
              <a:t> is a </a:t>
            </a:r>
            <a:r>
              <a:rPr lang="en-US" b="1" dirty="0"/>
              <a:t>subset of a data warehouse</a:t>
            </a:r>
            <a:r>
              <a:rPr lang="en-US" dirty="0"/>
              <a:t>, designed for a specific business team.</a:t>
            </a:r>
          </a:p>
          <a:p>
            <a:r>
              <a:rPr lang="en-IN" dirty="0"/>
              <a:t>Smaller and faster</a:t>
            </a:r>
          </a:p>
          <a:p>
            <a:r>
              <a:rPr lang="en-US" dirty="0"/>
              <a:t>Easier for teams to use</a:t>
            </a:r>
          </a:p>
          <a:p>
            <a:r>
              <a:rPr lang="en-US" dirty="0"/>
              <a:t>Ex. Sales team uses only </a:t>
            </a:r>
            <a:r>
              <a:rPr lang="en-US" b="1" dirty="0"/>
              <a:t>sales data mart</a:t>
            </a:r>
            <a:r>
              <a:rPr lang="en-US" dirty="0"/>
              <a:t> instead of full warehouse.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983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39540-B523-5A53-7EC2-9BD04B39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Modern Data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E4482-4A1B-8D80-62D1-19A28BC1B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IN" sz="3600" dirty="0"/>
              <a:t>Data Lake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260D4-774C-1A47-1974-987ED09FC8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Data Lake</a:t>
            </a:r>
            <a:r>
              <a:rPr lang="en-US" dirty="0"/>
              <a:t> stores </a:t>
            </a:r>
            <a:r>
              <a:rPr lang="en-US" b="1" dirty="0"/>
              <a:t>raw data in its original format</a:t>
            </a:r>
            <a:r>
              <a:rPr lang="en-US" dirty="0"/>
              <a:t> (structured, semi-structured, unstructured).</a:t>
            </a:r>
          </a:p>
          <a:p>
            <a:r>
              <a:rPr lang="en-IN" dirty="0"/>
              <a:t>Stores </a:t>
            </a:r>
            <a:r>
              <a:rPr lang="en-IN" b="1" dirty="0"/>
              <a:t>everything as-is</a:t>
            </a:r>
          </a:p>
          <a:p>
            <a:r>
              <a:rPr lang="en-IN" dirty="0"/>
              <a:t>Cheap storage (S3, ADLS)</a:t>
            </a:r>
          </a:p>
          <a:p>
            <a:r>
              <a:rPr lang="en-IN" dirty="0"/>
              <a:t>No strict schema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EAD151-86B2-0A00-EDA3-FB2C18245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/>
              <a:t>Lakehouse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1B9DC9-3FB8-A666-0D01-727979734C4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Lakehouse</a:t>
            </a:r>
            <a:r>
              <a:rPr lang="en-US" dirty="0"/>
              <a:t> combines the power of:</a:t>
            </a:r>
          </a:p>
          <a:p>
            <a:pPr lvl="1"/>
            <a:r>
              <a:rPr lang="en-US" dirty="0"/>
              <a:t>Data Lake (cheap storage, raw data) </a:t>
            </a:r>
          </a:p>
          <a:p>
            <a:pPr lvl="1"/>
            <a:r>
              <a:rPr lang="en-US" dirty="0"/>
              <a:t>Data Warehouse (performance, analytics)</a:t>
            </a:r>
          </a:p>
          <a:p>
            <a:r>
              <a:rPr lang="en-IN" dirty="0"/>
              <a:t>Supports </a:t>
            </a:r>
            <a:r>
              <a:rPr lang="en-IN" b="1" dirty="0"/>
              <a:t>ACID transactions</a:t>
            </a:r>
          </a:p>
          <a:p>
            <a:r>
              <a:rPr lang="en-IN" dirty="0"/>
              <a:t>Handles </a:t>
            </a:r>
            <a:r>
              <a:rPr lang="en-IN" b="1" dirty="0"/>
              <a:t>all data types</a:t>
            </a:r>
          </a:p>
          <a:p>
            <a:r>
              <a:rPr lang="en-US" dirty="0"/>
              <a:t>BI tools can directly query 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1110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422CE7-816E-7F76-F7EF-F3C77305B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039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2D2B81-37E4-5070-A339-20F8EDA8B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046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C1D55D-2ACA-122E-6A8D-4B128F8EF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166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FC983E-E6A7-7977-B066-242A2153A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6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7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043F95-AFE9-A52C-C9B8-423C8C2EB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593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645479-C01C-7EFC-CAEA-BC7A9EB93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1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93CC82-8B36-8E4C-9F66-E126A86F2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89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A5FB90-13F9-3DAD-1350-E83B90430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76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BB714D-8D60-28AF-FC13-CF6B5A8E2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7819"/>
            <a:ext cx="12191999" cy="698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246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175</Words>
  <Application>Microsoft Office PowerPoint</Application>
  <PresentationFormat>Widescreen</PresentationFormat>
  <Paragraphs>25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Modern Data Systems</vt:lpstr>
      <vt:lpstr>Modern Data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Prachi Kabra</dc:creator>
  <cp:lastModifiedBy>Prachi Kabra</cp:lastModifiedBy>
  <cp:revision>1</cp:revision>
  <dcterms:created xsi:type="dcterms:W3CDTF">2026-03-27T14:22:17Z</dcterms:created>
  <dcterms:modified xsi:type="dcterms:W3CDTF">2026-03-27T14:34:08Z</dcterms:modified>
</cp:coreProperties>
</file>